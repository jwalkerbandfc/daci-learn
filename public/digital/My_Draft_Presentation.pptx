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457200"/>
            <a:ext cx="3108960" cy="3108960"/>
          </a:xfrm>
          <a:prstGeom prst="ellipse">
            <a:avLst/>
          </a:prstGeom>
          <a:solidFill>
            <a:srgbClr val="626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18320" y="2011680"/>
            <a:ext cx="2377440" cy="2377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680960" y="3474720"/>
            <a:ext cx="2926080" cy="2926080"/>
          </a:xfrm>
          <a:prstGeom prst="ellipse">
            <a:avLst/>
          </a:prstGeom>
          <a:solidFill>
            <a:srgbClr val="038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1F1E"/>
                </a:solidFill>
                <a:latin typeface="Aptos Display"/>
              </a:defRPr>
            </a:pPr>
            <a:r>
              <a:t>Department File Storage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05E5C"/>
                </a:solidFill>
                <a:latin typeface="Aptos"/>
              </a:defRPr>
            </a:pPr>
            <a:r>
              <a:t>Draft content for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5669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130"/>
                </a:solidFill>
                <a:latin typeface="Aptos"/>
              </a:defRPr>
            </a:pPr>
            <a:r>
              <a:t>Why the current shared-drive approach needs improving</a:t>
            </a:r>
          </a:p>
          <a:p>
            <a:pPr>
              <a:defRPr sz="2000">
                <a:solidFill>
                  <a:srgbClr val="323130"/>
                </a:solidFill>
                <a:latin typeface="Aptos"/>
              </a:defRPr>
            </a:pPr>
            <a:r>
              <a:t>What should move into OneDrive</a:t>
            </a:r>
          </a:p>
          <a:p>
            <a:pPr>
              <a:defRPr sz="2000">
                <a:solidFill>
                  <a:srgbClr val="323130"/>
                </a:solidFill>
                <a:latin typeface="Aptos"/>
              </a:defRPr>
            </a:pPr>
            <a:r>
              <a:t>What should become team-owned content</a:t>
            </a:r>
          </a:p>
          <a:p>
            <a:pPr>
              <a:defRPr sz="2000">
                <a:solidFill>
                  <a:srgbClr val="323130"/>
                </a:solidFill>
                <a:latin typeface="Aptos"/>
              </a:defRPr>
            </a:pPr>
            <a:r>
              <a:t>Questions still to resolve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1F1E"/>
                </a:solidFill>
                <a:latin typeface="Aptos Display"/>
              </a:defRPr>
            </a:pPr>
            <a:r>
              <a:t>Proposed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154680" cy="1920240"/>
          </a:xfrm>
          <a:prstGeom prst="roundRect">
            <a:avLst/>
          </a:prstGeom>
          <a:solidFill>
            <a:srgbClr val="E1EE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24028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1F1E"/>
                </a:solidFill>
                <a:latin typeface="Aptos Display"/>
              </a:defRPr>
            </a:pPr>
            <a:r>
              <a:rPr dirty="0"/>
              <a:t>OneDrive</a:t>
            </a:r>
          </a:p>
          <a:p>
            <a:pPr>
              <a:defRPr sz="1500">
                <a:solidFill>
                  <a:srgbClr val="3C3C3C"/>
                </a:solidFill>
                <a:latin typeface="Aptos"/>
              </a:defRPr>
            </a:pPr>
            <a:r>
              <a:rPr dirty="0"/>
              <a:t>Personal drafts and working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2011680"/>
            <a:ext cx="3154680" cy="1920240"/>
          </a:xfrm>
          <a:prstGeom prst="roundRect">
            <a:avLst/>
          </a:prstGeom>
          <a:solidFill>
            <a:srgbClr val="EDE8FF"/>
          </a:solidFill>
          <a:ln>
            <a:solidFill>
              <a:srgbClr val="626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2240280"/>
            <a:ext cx="233570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1F1E"/>
                </a:solidFill>
                <a:latin typeface="Aptos Display"/>
              </a:defRPr>
            </a:pPr>
            <a:r>
              <a:rPr dirty="0"/>
              <a:t>Teams</a:t>
            </a:r>
          </a:p>
          <a:p>
            <a:pPr>
              <a:defRPr sz="1500">
                <a:solidFill>
                  <a:srgbClr val="3C3C3C"/>
                </a:solidFill>
                <a:latin typeface="Aptos"/>
              </a:defRPr>
            </a:pPr>
            <a:r>
              <a:rPr dirty="0"/>
              <a:t>Active shared work owned</a:t>
            </a:r>
            <a:endParaRPr lang="en-GB" dirty="0"/>
          </a:p>
          <a:p>
            <a:pPr>
              <a:defRPr sz="1500">
                <a:solidFill>
                  <a:srgbClr val="3C3C3C"/>
                </a:solidFill>
                <a:latin typeface="Aptos"/>
              </a:defRPr>
            </a:pPr>
            <a:r>
              <a:rPr dirty="0"/>
              <a:t>by the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11680"/>
            <a:ext cx="3154680" cy="1920240"/>
          </a:xfrm>
          <a:prstGeom prst="roundRect">
            <a:avLst/>
          </a:prstGeom>
          <a:solidFill>
            <a:srgbClr val="E1F7F5"/>
          </a:solidFill>
          <a:ln>
            <a:solidFill>
              <a:srgbClr val="038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2240280"/>
            <a:ext cx="204632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1F1E"/>
                </a:solidFill>
                <a:latin typeface="Aptos Display"/>
              </a:defRPr>
            </a:pPr>
            <a:r>
              <a:rPr dirty="0"/>
              <a:t>SharePoint</a:t>
            </a:r>
          </a:p>
          <a:p>
            <a:pPr>
              <a:defRPr sz="1500">
                <a:solidFill>
                  <a:srgbClr val="3C3C3C"/>
                </a:solidFill>
                <a:latin typeface="Aptos"/>
              </a:defRPr>
            </a:pPr>
            <a:r>
              <a:rPr dirty="0"/>
              <a:t>Published or wider </a:t>
            </a:r>
            <a:endParaRPr lang="en-GB" dirty="0"/>
          </a:p>
          <a:p>
            <a:pPr>
              <a:defRPr sz="1500">
                <a:solidFill>
                  <a:srgbClr val="3C3C3C"/>
                </a:solidFill>
                <a:latin typeface="Aptos"/>
              </a:defRPr>
            </a:pPr>
            <a:r>
              <a:rPr dirty="0" err="1"/>
              <a:t>organisational</a:t>
            </a:r>
            <a:r>
              <a:rPr dirty="0"/>
              <a:t>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1F1E"/>
                </a:solidFill>
                <a:latin typeface="Aptos Display"/>
              </a:defRPr>
            </a:pPr>
            <a:r>
              <a:t>Questions for the team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10512"/>
            <a:ext cx="256032" cy="25603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73736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1F1E"/>
                </a:solidFill>
                <a:latin typeface="Aptos"/>
              </a:defRPr>
            </a:pPr>
            <a:r>
              <a:t>Which current folders are genuinely team-owned?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816352"/>
            <a:ext cx="256032" cy="25603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1F1E"/>
                </a:solidFill>
                <a:latin typeface="Aptos"/>
              </a:defRPr>
            </a:pPr>
            <a:r>
              <a:t>Which files are personal drafts that should start in OneDrive?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822191"/>
            <a:ext cx="256032" cy="25603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3749039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1F1E"/>
                </a:solidFill>
                <a:latin typeface="Aptos"/>
              </a:defRPr>
            </a:pPr>
            <a:r>
              <a:t>Who should edit final documents, and who only needs to view?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828032"/>
            <a:ext cx="256032" cy="25603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47548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01F1E"/>
                </a:solidFill>
                <a:latin typeface="Aptos"/>
              </a:defRPr>
            </a:pPr>
            <a:r>
              <a:t>Which procedures need to be published somewhere easy to find?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Christopher Green</cp:lastModifiedBy>
  <cp:revision>2</cp:revision>
  <dcterms:created xsi:type="dcterms:W3CDTF">2013-01-27T09:14:16Z</dcterms:created>
  <dcterms:modified xsi:type="dcterms:W3CDTF">2026-09-16T12:44:54Z</dcterms:modified>
  <cp:category/>
</cp:coreProperties>
</file>